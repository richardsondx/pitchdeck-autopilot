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Intercom-1M-VC-investment-turned-into-1-3B-Intercom-s-initial-pitch-deck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Intercom-1M-VC-investment-turned-into-1-3B-Intercom-s-initial-pitch-deck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-Intercom-1M-VC-investment-turned-into-1-3B-Intercom-s-initial-pitch-deck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Intercom-1M-VC-investment-turned-into-1-3B-Intercom-s-initial-pitch-deck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Intercom-1M-VC-investment-turned-into-1-3B-Intercom-s-initial-pitch-deck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Intercom-1M-VC-investment-turned-into-1-3B-Intercom-s-initial-pitch-deck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-Intercom-1M-VC-investment-turned-into-1-3B-Intercom-s-initial-pitch-deck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-Intercom-1M-VC-investment-turned-into-1-3B-Intercom-s-initial-pitch-deck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Intercom-1M-VC-investment-turned-into-1-3B-Intercom-s-initial-pitch-deck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