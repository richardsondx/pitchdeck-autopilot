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AirBnB-7-2M-VC-investment-turned-into-35B-AirBnB-s-initial-pitch-deck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AirBnB-7-2M-VC-investment-turned-into-35B-AirBnB-s-initial-pitch-deck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AirBnB-7-2M-VC-investment-turned-into-35B-AirBnB-s-initial-pitch-deck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AirBnB-7-2M-VC-investment-turned-into-35B-AirBnB-s-initial-pitch-deck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AirBnB-7-2M-VC-investment-turned-into-35B-AirBnB-s-initial-pitch-deck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AirBnB-7-2M-VC-investment-turned-into-35B-AirBnB-s-initial-pitch-deck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AirBnB-7-2M-VC-investment-turned-into-35B-AirBnB-s-initial-pitch-deck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AirBnB-7-2M-VC-investment-turned-into-35B-AirBnB-s-initial-pitch-deck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AirBnB-7-2M-VC-investment-turned-into-35B-AirBnB-s-initial-pitch-deck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AirBnB-7-2M-VC-investment-turned-into-35B-AirBnB-s-initial-pitch-deck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AirBnB-7-2M-VC-investment-turned-into-35B-AirBnB-s-initial-pitch-deck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AirBnB-7-2M-VC-investment-turned-into-35B-AirBnB-s-initial-pitch-deck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AirBnB-7-2M-VC-investment-turned-into-35B-AirBnB-s-initial-pitch-deck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AirBnB-7-2M-VC-investment-turned-into-35B-AirBnB-s-initial-pitch-deck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AirBnB-7-2M-VC-investment-turned-into-35B-AirBnB-s-initial-pitch-deck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