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Uber-1-25M-VC-investment-turned-into-84-2B-Uber-s-initial-pitch-deck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Uber-1-25M-VC-investment-turned-into-84-2B-Uber-s-initial-pitch-dec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Uber-1-25M-VC-investment-turned-into-84-2B-Uber-s-initial-pitch-dec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Uber-1-25M-VC-investment-turned-into-84-2B-Uber-s-initial-pitch-dec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Uber-1-25M-VC-investment-turned-into-84-2B-Uber-s-initial-pitch-dec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Uber-1-25M-VC-investment-turned-into-84-2B-Uber-s-initial-pitch-dec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Uber-1-25M-VC-investment-turned-into-84-2B-Uber-s-initial-pitch-dec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Uber-1-25M-VC-investment-turned-into-84-2B-Uber-s-initial-pitch-dec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Uber-1-25M-VC-investment-turned-into-84-2B-Uber-s-initial-pitch-dec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Uber-1-25M-VC-investment-turned-into-84-2B-Uber-s-initial-pitch-deck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Uber-1-25M-VC-investment-turned-into-84-2B-Uber-s-initial-pitch-deck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Uber-1-25M-VC-investment-turned-into-84-2B-Uber-s-initial-pitch-deck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Uber-1-25M-VC-investment-turned-into-84-2B-Uber-s-initial-pitch-deck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Uber-1-25M-VC-investment-turned-into-84-2B-Uber-s-initial-pitch-deck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Uber-1-25M-VC-investment-turned-into-84-2B-Uber-s-initial-pitch-deck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Uber-1-25M-VC-investment-turned-into-84-2B-Uber-s-initial-pitch-deck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Uber-1-25M-VC-investment-turned-into-84-2B-Uber-s-initial-pitch-deck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Uber-1-25M-VC-investment-turned-into-84-2B-Uber-s-initial-pitch-deck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Uber-1-25M-VC-investment-turned-into-84-2B-Uber-s-initial-pitch-deck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Uber-1-25M-VC-investment-turned-into-84-2B-Uber-s-initial-pitch-deck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Uber-1-25M-VC-investment-turned-into-84-2B-Uber-s-initial-pitch-deck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Uber-1-25M-VC-investment-turned-into-84-2B-Uber-s-initial-pitch-deck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Uber-1-25M-VC-investment-turned-into-84-2B-Uber-s-initial-pitch-deck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Uber-1-25M-VC-investment-turned-into-84-2B-Uber-s-initial-pitch-deck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Uber-1-25M-VC-investment-turned-into-84-2B-Uber-s-initial-pitch-deck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595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Uber-1-25M-VC-investment-turned-into-84-2B-Uber-s-initial-pitch-deck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