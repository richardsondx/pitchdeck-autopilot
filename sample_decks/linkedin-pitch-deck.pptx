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inkedIn-4-7M-VC-investment-turned-into-26B-LinkedIn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inkedIn-4-7M-VC-investment-turned-into-26B-LinkedIn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inkedIn-4-7M-VC-investment-turned-into-26B-LinkedIn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inkedIn-4-7M-VC-investment-turned-into-26B-LinkedIn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inkedIn-4-7M-VC-investment-turned-into-26B-LinkedIn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inkedIn-4-7M-VC-investment-turned-into-26B-LinkedIn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inkedIn-4-7M-VC-investment-turned-into-26B-LinkedIn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inkedIn-4-7M-VC-investment-turned-into-26B-LinkedIn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inkedIn-4-7M-VC-investment-turned-into-26B-LinkedIn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inkedIn-4-7M-VC-investment-turned-into-26B-LinkedIn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inkedIn-4-7M-VC-investment-turned-into-26B-LinkedIn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inkedIn-4-7M-VC-investment-turned-into-26B-LinkedIn-s-initial-pitch-deck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inkedIn-4-7M-VC-investment-turned-into-26B-LinkedIn-s-initial-pitch-deck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inkedIn-4-7M-VC-investment-turned-into-26B-LinkedIn-s-initial-pitch-deck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inkedIn-4-7M-VC-investment-turned-into-26B-LinkedIn-s-initial-pitch-deck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inkedIn-4-7M-VC-investment-turned-into-26B-LinkedIn-s-initial-pitch-deck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inkedIn-4-7M-VC-investment-turned-into-26B-LinkedIn-s-initial-pitch-deck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inkedIn-4-7M-VC-investment-turned-into-26B-LinkedIn-s-initial-pitch-deck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LinkedIn-4-7M-VC-investment-turned-into-26B-LinkedIn-s-initial-pitch-deck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inkedIn-4-7M-VC-investment-turned-into-26B-LinkedIn-s-initial-pitch-deck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LinkedIn-4-7M-VC-investment-turned-into-26B-LinkedIn-s-initial-pitch-deck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LinkedIn-4-7M-VC-investment-turned-into-26B-LinkedIn-s-initial-pitch-deck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LinkedIn-4-7M-VC-investment-turned-into-26B-LinkedIn-s-initial-pitch-deck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LinkedIn-4-7M-VC-investment-turned-into-26B-LinkedIn-s-initial-pitch-deck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LinkedIn-4-7M-VC-investment-turned-into-26B-LinkedIn-s-initial-pitch-deck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LinkedIn-4-7M-VC-investment-turned-into-26B-LinkedIn-s-initial-pitch-deck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LinkedIn-4-7M-VC-investment-turned-into-26B-LinkedIn-s-initial-pitch-deck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LinkedIn-4-7M-VC-investment-turned-into-26B-LinkedIn-s-initial-pitch-deck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LinkedIn-4-7M-VC-investment-turned-into-26B-LinkedIn-s-initial-pitch-deck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LinkedIn-4-7M-VC-investment-turned-into-26B-LinkedIn-s-initial-pitch-deck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LinkedIn-4-7M-VC-investment-turned-into-26B-LinkedIn-s-initial-pitch-deck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LinkedIn-4-7M-VC-investment-turned-into-26B-LinkedIn-s-initial-pitch-deck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LinkedIn-4-7M-VC-investment-turned-into-26B-LinkedIn-s-initial-pitch-deck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LinkedIn-4-7M-VC-investment-turned-into-26B-LinkedIn-s-initial-pitch-deck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LinkedIn-4-7M-VC-investment-turned-into-26B-LinkedIn-s-initial-pitch-deck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LinkedIn-4-7M-VC-investment-turned-into-26B-LinkedIn-s-initial-pitch-deck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LinkedIn-4-7M-VC-investment-turned-into-26B-LinkedIn-s-initial-pitch-deck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LinkedIn-4-7M-VC-investment-turned-into-26B-LinkedIn-s-initial-pitch-deck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