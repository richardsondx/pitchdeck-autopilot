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WeWork-382K-VC-investment-turned-into-50B-WeWork-s-initial-pitch-deck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WeWork-382K-VC-investment-turned-into-50B-WeWork-s-initial-pitch-deck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WeWork-382K-VC-investment-turned-into-50B-WeWork-s-initial-pitch-deck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WeWork-382K-VC-investment-turned-into-50B-WeWork-s-initial-pitch-deck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WeWork-382K-VC-investment-turned-into-50B-WeWork-s-initial-pitch-deck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WeWork-382K-VC-investment-turned-into-50B-WeWork-s-initial-pitch-deck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WeWork-382K-VC-investment-turned-into-50B-WeWork-s-initial-pitch-deck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WeWork-382K-VC-investment-turned-into-50B-WeWork-s-initial-pitch-deck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WeWork-382K-VC-investment-turned-into-50B-WeWork-s-initial-pitch-deck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WeWork-382K-VC-investment-turned-into-50B-WeWork-s-initial-pitch-deck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WeWork-382K-VC-investment-turned-into-50B-WeWork-s-initial-pitch-deck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WeWork-382K-VC-investment-turned-into-50B-WeWork-s-initial-pitch-deck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WeWork-382K-VC-investment-turned-into-50B-WeWork-s-initial-pitch-deck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WeWork-382K-VC-investment-turned-into-50B-WeWork-s-initial-pitch-deck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WeWork-382K-VC-investment-turned-into-50B-WeWork-s-initial-pitch-deck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WeWork-382K-VC-investment-turned-into-50B-WeWork-s-initial-pitch-deck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WeWork-382K-VC-investment-turned-into-50B-WeWork-s-initial-pitch-deck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WeWork-382K-VC-investment-turned-into-50B-WeWork-s-initial-pitch-deck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-WeWork-382K-VC-investment-turned-into-50B-WeWork-s-initial-pitch-deck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-WeWork-382K-VC-investment-turned-into-50B-WeWork-s-initial-pitch-deck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WeWork-382K-VC-investment-turned-into-50B-WeWork-s-initial-pitch-deck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WeWork-382K-VC-investment-turned-into-50B-WeWork-s-initial-pitch-deck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-WeWork-382K-VC-investment-turned-into-50B-WeWork-s-initial-pitch-deck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-WeWork-382K-VC-investment-turned-into-50B-WeWork-s-initial-pitch-deck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-WeWork-382K-VC-investment-turned-into-50B-WeWork-s-initial-pitch-deck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-WeWork-382K-VC-investment-turned-into-50B-WeWork-s-initial-pitch-deck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-WeWork-382K-VC-investment-turned-into-50B-WeWork-s-initial-pitch-deck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-WeWork-382K-VC-investment-turned-into-50B-WeWork-s-initial-pitch-deck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-WeWork-382K-VC-investment-turned-into-50B-WeWork-s-initial-pitch-deck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-WeWork-382K-VC-investment-turned-into-50B-WeWork-s-initial-pitch-deck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WeWork-382K-VC-investment-turned-into-50B-WeWork-s-initial-pitch-deck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WeWork-382K-VC-investment-turned-into-50B-WeWork-s-initial-pitch-deck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3-WeWork-382K-VC-investment-turned-into-50B-WeWork-s-initial-pitch-deck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4-WeWork-382K-VC-investment-turned-into-50B-WeWork-s-initial-pitch-deck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5-WeWork-382K-VC-investment-turned-into-50B-WeWork-s-initial-pitch-deck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6-WeWork-382K-VC-investment-turned-into-50B-WeWork-s-initial-pitch-deck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515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7-WeWork-382K-VC-investment-turned-into-50B-WeWork-s-initial-pitch-deck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