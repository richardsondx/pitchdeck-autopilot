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YouTube-3-5M-VC-investment-turned-into-1-7B-YouTube-s-initial-pitch-deck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YouTube-3-5M-VC-investment-turned-into-1-7B-YouTube-s-initial-pitch-deck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YouTube-3-5M-VC-investment-turned-into-1-7B-YouTube-s-initial-pitch-deck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YouTube-3-5M-VC-investment-turned-into-1-7B-YouTube-s-initial-pitch-deck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YouTube-3-5M-VC-investment-turned-into-1-7B-YouTube-s-initial-pitch-deck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YouTube-3-5M-VC-investment-turned-into-1-7B-YouTube-s-initial-pitch-deck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YouTube-3-5M-VC-investment-turned-into-1-7B-YouTube-s-initial-pitch-deck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YouTube-3-5M-VC-investment-turned-into-1-7B-YouTube-s-initial-pitch-deck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YouTube-3-5M-VC-investment-turned-into-1-7B-YouTube-s-initial-pitch-deck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YouTube-3-5M-VC-investment-turned-into-1-7B-YouTube-s-initial-pitch-deck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YouTube-3-5M-VC-investment-turned-into-1-7B-YouTube-s-initial-pitch-deck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