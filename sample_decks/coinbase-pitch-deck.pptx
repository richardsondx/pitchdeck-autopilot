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inbase-5M-VC-investment-turned-into-8B-Coinbase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oinbase-5M-VC-investment-turned-into-8B-Coinbase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inbase-5M-VC-investment-turned-into-8B-Coinbase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oinbase-5M-VC-investment-turned-into-8B-Coinbase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oinbase-5M-VC-investment-turned-into-8B-Coinbase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inbase-5M-VC-investment-turned-into-8B-Coinbase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inbase-5M-VC-investment-turned-into-8B-Coinbase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oinbase-5M-VC-investment-turned-into-8B-Coinbase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inbase-5M-VC-investment-turned-into-8B-Coinbase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oinbase-5M-VC-investment-turned-into-8B-Coinbase-s-initial-pitch-dec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oinbase-5M-VC-investment-turned-into-8B-Coinbase-s-initial-pitch-deck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oinbase-5M-VC-investment-turned-into-8B-Coinbase-s-initial-pitch-deck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